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How much SUPERWOOD could a 1 GW data center require?</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Immediate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3,300–12,000 tons</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1,200–2,700 tons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Soon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12,000–30,000 tons</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3,500–18,000 tons</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Medium term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53,000–108,000 tons</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16,000–65,000 tons</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 term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1,002,000–2,089,000 tons</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58,000–362,000 tons</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data center would take all of SuperMill Two's output for years.  </a:t>
            </a:r>
            <a:pPr indent="0" marL="0">
              <a:buNone/>
            </a:pPr>
            <a:r>
              <a:rPr lang="en-US" sz="1200" dirty="0">
                <a:solidFill>
                  <a:srgbClr val="CDBFA9"/>
                </a:solidFill>
                <a:latin typeface="Calibri" pitchFamily="34" charset="0"/>
                <a:ea typeface="Calibri" pitchFamily="34" charset="-122"/>
                <a:cs typeface="Calibri" pitchFamily="34" charset="-120"/>
              </a:rPr>
              <a:t>A basis-of-design win with one hyperscaler is the demand case for the second mill. It is also the capacity constraint.</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900 tons/yr (1M sf), SuperMill Two ≈ 31,000 tons/yr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2026-09-05T15:27:17Z</dcterms:created>
  <dcterms:modified xsi:type="dcterms:W3CDTF">2026-09-05T15:27:17Z</dcterms:modified>
</cp:coreProperties>
</file>