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Text 8"/>
          <p:cNvSpPr/>
          <p:nvPr/>
        </p:nvSpPr>
        <p:spPr>
          <a:xfrm>
            <a:off x="795528" y="297180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566160"/>
            <a:ext cx="128016" cy="128016"/>
          </a:xfrm>
          <a:prstGeom prst="ellipse">
            <a:avLst/>
          </a:prstGeom>
          <a:solidFill>
            <a:srgbClr val="E2B877"/>
          </a:solidFill>
          <a:ln/>
        </p:spPr>
      </p:sp>
      <p:sp>
        <p:nvSpPr>
          <p:cNvPr id="12" name="Text 10"/>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4" name="Text 12"/>
          <p:cNvSpPr/>
          <p:nvPr/>
        </p:nvSpPr>
        <p:spPr>
          <a:xfrm>
            <a:off x="795528" y="420624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quieter fan enclosures and ductwork.</a:t>
            </a:r>
            <a:endParaRPr lang="en-US" sz="1100" dirty="0"/>
          </a:p>
        </p:txBody>
      </p:sp>
      <p:sp>
        <p:nvSpPr>
          <p:cNvPr id="15" name="Text 1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6" name="Shape 14"/>
          <p:cNvSpPr/>
          <p:nvPr/>
        </p:nvSpPr>
        <p:spPr>
          <a:xfrm>
            <a:off x="7315200" y="2240280"/>
            <a:ext cx="4343400" cy="1234440"/>
          </a:xfrm>
          <a:prstGeom prst="roundRect">
            <a:avLst>
              <a:gd name="adj" fmla="val 6667"/>
            </a:avLst>
          </a:prstGeom>
          <a:solidFill>
            <a:srgbClr val="2E2113"/>
          </a:solidFill>
          <a:ln/>
        </p:spPr>
      </p:sp>
      <p:sp>
        <p:nvSpPr>
          <p:cNvPr id="17" name="Text 15"/>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18" name="Text 16"/>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19" name="Shape 17"/>
          <p:cNvSpPr/>
          <p:nvPr/>
        </p:nvSpPr>
        <p:spPr>
          <a:xfrm>
            <a:off x="7315200" y="3611880"/>
            <a:ext cx="4343400" cy="1234440"/>
          </a:xfrm>
          <a:prstGeom prst="roundRect">
            <a:avLst>
              <a:gd name="adj" fmla="val 6667"/>
            </a:avLst>
          </a:prstGeom>
          <a:solidFill>
            <a:srgbClr val="2E2113"/>
          </a:solidFill>
          <a:ln/>
        </p:spPr>
      </p:sp>
      <p:sp>
        <p:nvSpPr>
          <p:cNvPr id="20" name="Text 18"/>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1" name="Text 19"/>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2" name="Text 20"/>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3" name="Text 21"/>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2026-09-06T00:55:09Z</dcterms:created>
  <dcterms:modified xsi:type="dcterms:W3CDTF">2026-09-06T00:55:09Z</dcterms:modified>
</cp:coreProperties>
</file>