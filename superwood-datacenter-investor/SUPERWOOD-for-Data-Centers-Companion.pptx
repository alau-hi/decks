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sp>
        <p:nvSpPr>
          <p:cNvPr id="10"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1"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2"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70% of everything estimated, including the steel inside the equipment</a:t>
            </a:r>
            <a:endParaRPr lang="en-US" sz="1300" dirty="0"/>
          </a:p>
        </p:txBody>
      </p:sp>
      <p:sp>
        <p:nvSpPr>
          <p:cNvPr id="13"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Building materials alone are about 60% steel at the global-average factor, about a third with recycled steel. The steel in electrical, mechanical and IT equipment adds roughly 200,000 tons CO₂e.</a:t>
            </a:r>
            <a:endParaRPr lang="en-US" sz="1000" dirty="0"/>
          </a:p>
        </p:txBody>
      </p:sp>
      <p:sp>
        <p:nvSpPr>
          <p:cNvPr id="14"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rows count steel content only (60% of electrical, 50% of mechanical, 40% of IT mass, estimates); copper, aluminum, electronics and oil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2026-09-05T21:46:30Z</dcterms:created>
  <dcterms:modified xsi:type="dcterms:W3CDTF">2026-09-05T21:46:30Z</dcterms:modified>
</cp:coreProperties>
</file>