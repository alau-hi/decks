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788920"/>
          </a:xfrm>
          <a:prstGeom prst="roundRect">
            <a:avLst>
              <a:gd name="adj" fmla="val 2951"/>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9" name="Text 6"/>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1" name="Text 8"/>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2" name="Shape 9"/>
          <p:cNvSpPr/>
          <p:nvPr/>
        </p:nvSpPr>
        <p:spPr>
          <a:xfrm>
            <a:off x="777240" y="4142232"/>
            <a:ext cx="4892040" cy="10973"/>
          </a:xfrm>
          <a:prstGeom prst="rect">
            <a:avLst/>
          </a:prstGeom>
          <a:solidFill>
            <a:srgbClr val="3A2B1A"/>
          </a:solidFill>
          <a:ln/>
        </p:spPr>
      </p:sp>
      <p:sp>
        <p:nvSpPr>
          <p:cNvPr id="13" name="Text 10"/>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788920"/>
          </a:xfrm>
          <a:prstGeom prst="roundRect">
            <a:avLst>
              <a:gd name="adj" fmla="val 2951"/>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6" name="Text 12"/>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8" name="Text 14"/>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9" name="Shape 15"/>
          <p:cNvSpPr/>
          <p:nvPr/>
        </p:nvSpPr>
        <p:spPr>
          <a:xfrm>
            <a:off x="6492240" y="4142232"/>
            <a:ext cx="4892040" cy="10973"/>
          </a:xfrm>
          <a:prstGeom prst="rect">
            <a:avLst/>
          </a:prstGeom>
          <a:solidFill>
            <a:srgbClr val="3A2B1A"/>
          </a:solidFill>
          <a:ln/>
        </p:spPr>
      </p:sp>
      <p:sp>
        <p:nvSpPr>
          <p:cNvPr id="20" name="Text 16"/>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846320"/>
            <a:ext cx="27432" cy="640080"/>
          </a:xfrm>
          <a:prstGeom prst="rect">
            <a:avLst/>
          </a:prstGeom>
          <a:solidFill>
            <a:srgbClr val="CDA165"/>
          </a:solidFill>
          <a:ln/>
        </p:spPr>
      </p:sp>
      <p:sp>
        <p:nvSpPr>
          <p:cNvPr id="23" name="Text 19"/>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846320"/>
            <a:ext cx="27432" cy="640080"/>
          </a:xfrm>
          <a:prstGeom prst="rect">
            <a:avLst/>
          </a:prstGeom>
          <a:solidFill>
            <a:srgbClr val="CDA165"/>
          </a:solidFill>
          <a:ln/>
        </p:spPr>
      </p:sp>
      <p:sp>
        <p:nvSpPr>
          <p:cNvPr id="26" name="Text 22"/>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9"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Concrete: footprint bottom-up with moderate soils (slab, footings, pads, paving, yard mats; the published 500–1,000 m³/MW intensity is the upper comparison).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25,000–296,000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449513" y="4791456"/>
            <a:ext cx="2444420"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0.8–9.4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moderate soils;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2026-09-06T16:08:45Z</dcterms:created>
  <dcterms:modified xsi:type="dcterms:W3CDTF">2026-09-06T16:08:45Z</dcterms:modified>
</cp:coreProperties>
</file>