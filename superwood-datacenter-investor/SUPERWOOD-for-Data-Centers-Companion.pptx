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Hyperscalers are already building with wood. We </a:t>
            </a:r>
            <a:pPr indent="0" marL="0">
              <a:buNone/>
            </a:pPr>
            <a:r>
              <a:rPr lang="en-US" sz="2700" i="1" dirty="0">
                <a:solidFill>
                  <a:srgbClr val="E2B877"/>
                </a:solidFill>
                <a:latin typeface="Georgia" pitchFamily="34" charset="0"/>
                <a:ea typeface="Georgia" pitchFamily="34" charset="-122"/>
                <a:cs typeface="Georgia" pitchFamily="34" charset="-120"/>
              </a:rPr>
              <a:t>turbocharge</a:t>
            </a:r>
            <a:pPr indent="0" marL="0">
              <a:buNone/>
            </a:pPr>
            <a:r>
              <a:rPr lang="en-US" sz="2700" dirty="0">
                <a:solidFill>
                  <a:srgbClr val="F4ECDF"/>
                </a:solidFill>
                <a:latin typeface="Georgia" pitchFamily="34" charset="0"/>
                <a:ea typeface="Georgia" pitchFamily="34" charset="-122"/>
                <a:cs typeface="Georgia" pitchFamily="34" charset="-120"/>
              </a:rPr>
              <a:t> wood.</a:t>
            </a:r>
            <a:endParaRPr lang="en-US" sz="27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965960"/>
          </a:xfrm>
          <a:prstGeom prst="roundRect">
            <a:avLst>
              <a:gd name="adj" fmla="val 4186"/>
            </a:avLst>
          </a:prstGeom>
          <a:solidFill>
            <a:srgbClr val="2E2113"/>
          </a:solidFill>
          <a:ln/>
        </p:spPr>
      </p:sp>
      <p:pic>
        <p:nvPicPr>
          <p:cNvPr id="8" name="Image 0" descr="prep/ms_clt_datacenter.jpg">    </p:cNvPr>
          <p:cNvPicPr>
            <a:picLocks noChangeAspect="1"/>
          </p:cNvPicPr>
          <p:nvPr/>
        </p:nvPicPr>
        <p:blipFill>
          <a:blip r:embed="rId1"/>
          <a:srcRect l="0" r="0" t="0" b="0"/>
          <a:stretch/>
        </p:blipFill>
        <p:spPr>
          <a:xfrm>
            <a:off x="640080" y="2212848"/>
            <a:ext cx="3931920" cy="841248"/>
          </a:xfrm>
          <a:prstGeom prst="rect">
            <a:avLst/>
          </a:prstGeom>
        </p:spPr>
      </p:pic>
      <p:sp>
        <p:nvSpPr>
          <p:cNvPr id="9" name="Text 6"/>
          <p:cNvSpPr/>
          <p:nvPr/>
        </p:nvSpPr>
        <p:spPr>
          <a:xfrm>
            <a:off x="3246120" y="28346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10" name="Image 1" descr="prep/logo_microsoft.png">    </p:cNvPr>
          <p:cNvPicPr>
            <a:picLocks noChangeAspect="1"/>
          </p:cNvPicPr>
          <p:nvPr/>
        </p:nvPicPr>
        <p:blipFill>
          <a:blip r:embed="rId2"/>
          <a:stretch>
            <a:fillRect/>
          </a:stretch>
        </p:blipFill>
        <p:spPr>
          <a:xfrm>
            <a:off x="731520" y="3127248"/>
            <a:ext cx="986130" cy="210312"/>
          </a:xfrm>
          <a:prstGeom prst="rect">
            <a:avLst/>
          </a:prstGeom>
        </p:spPr>
      </p:pic>
      <p:sp>
        <p:nvSpPr>
          <p:cNvPr id="11" name="Text 7"/>
          <p:cNvSpPr/>
          <p:nvPr/>
        </p:nvSpPr>
        <p:spPr>
          <a:xfrm>
            <a:off x="731520" y="33832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2" name="Text 8"/>
          <p:cNvSpPr/>
          <p:nvPr/>
        </p:nvSpPr>
        <p:spPr>
          <a:xfrm>
            <a:off x="731520" y="38862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3" name="Shape 9"/>
          <p:cNvSpPr/>
          <p:nvPr/>
        </p:nvSpPr>
        <p:spPr>
          <a:xfrm>
            <a:off x="502920" y="4160520"/>
            <a:ext cx="4206240" cy="1965960"/>
          </a:xfrm>
          <a:prstGeom prst="roundRect">
            <a:avLst>
              <a:gd name="adj" fmla="val 4186"/>
            </a:avLst>
          </a:prstGeom>
          <a:solidFill>
            <a:srgbClr val="2E2113"/>
          </a:solidFill>
          <a:ln/>
        </p:spPr>
      </p:sp>
      <p:pic>
        <p:nvPicPr>
          <p:cNvPr id="14" name="Image 2" descr="prep/meta_aiken_masstimber.jpg">    </p:cNvPr>
          <p:cNvPicPr>
            <a:picLocks noChangeAspect="1"/>
          </p:cNvPicPr>
          <p:nvPr/>
        </p:nvPicPr>
        <p:blipFill>
          <a:blip r:embed="rId3"/>
          <a:srcRect l="0" r="0" t="0" b="0"/>
          <a:stretch/>
        </p:blipFill>
        <p:spPr>
          <a:xfrm>
            <a:off x="640080" y="4270248"/>
            <a:ext cx="3931920" cy="841248"/>
          </a:xfrm>
          <a:prstGeom prst="rect">
            <a:avLst/>
          </a:prstGeom>
        </p:spPr>
      </p:pic>
      <p:sp>
        <p:nvSpPr>
          <p:cNvPr id="15" name="Text 10"/>
          <p:cNvSpPr/>
          <p:nvPr/>
        </p:nvSpPr>
        <p:spPr>
          <a:xfrm>
            <a:off x="3246120" y="4892040"/>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6" name="Image 3" descr="prep/logo_meta.png">    </p:cNvPr>
          <p:cNvPicPr>
            <a:picLocks noChangeAspect="1"/>
          </p:cNvPicPr>
          <p:nvPr/>
        </p:nvPicPr>
        <p:blipFill>
          <a:blip r:embed="rId4"/>
          <a:stretch>
            <a:fillRect/>
          </a:stretch>
        </p:blipFill>
        <p:spPr>
          <a:xfrm>
            <a:off x="731520" y="5184648"/>
            <a:ext cx="1043852" cy="210312"/>
          </a:xfrm>
          <a:prstGeom prst="rect">
            <a:avLst/>
          </a:prstGeom>
        </p:spPr>
      </p:pic>
      <p:sp>
        <p:nvSpPr>
          <p:cNvPr id="17" name="Text 11"/>
          <p:cNvSpPr/>
          <p:nvPr/>
        </p:nvSpPr>
        <p:spPr>
          <a:xfrm>
            <a:off x="731520" y="5440680"/>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8" name="Text 12"/>
          <p:cNvSpPr/>
          <p:nvPr/>
        </p:nvSpPr>
        <p:spPr>
          <a:xfrm>
            <a:off x="731520" y="5943600"/>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9" name="Text 13"/>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20" name="Image 4" descr="prep/beam_glulam.jpg">    </p:cNvPr>
          <p:cNvPicPr>
            <a:picLocks noChangeAspect="1"/>
          </p:cNvPicPr>
          <p:nvPr/>
        </p:nvPicPr>
        <p:blipFill>
          <a:blip r:embed="rId5"/>
          <a:srcRect l="0" r="0" t="0" b="0"/>
          <a:stretch/>
        </p:blipFill>
        <p:spPr>
          <a:xfrm>
            <a:off x="4983480" y="2103120"/>
            <a:ext cx="2133600" cy="1188720"/>
          </a:xfrm>
          <a:prstGeom prst="rect">
            <a:avLst/>
          </a:prstGeom>
        </p:spPr>
      </p:pic>
      <p:sp>
        <p:nvSpPr>
          <p:cNvPr id="21" name="Text 14"/>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22" name="Image 5" descr="prep/beam_hybrid.jpg">    </p:cNvPr>
          <p:cNvPicPr>
            <a:picLocks noChangeAspect="1"/>
          </p:cNvPicPr>
          <p:nvPr/>
        </p:nvPicPr>
        <p:blipFill>
          <a:blip r:embed="rId6"/>
          <a:srcRect l="0" r="0" t="0" b="0"/>
          <a:stretch/>
        </p:blipFill>
        <p:spPr>
          <a:xfrm>
            <a:off x="7254240" y="2103120"/>
            <a:ext cx="2133600" cy="1188720"/>
          </a:xfrm>
          <a:prstGeom prst="rect">
            <a:avLst/>
          </a:prstGeom>
        </p:spPr>
      </p:pic>
      <p:sp>
        <p:nvSpPr>
          <p:cNvPr id="23" name="Text 15"/>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4" name="Image 6" descr="prep/beam_thin.jpg">    </p:cNvPr>
          <p:cNvPicPr>
            <a:picLocks noChangeAspect="1"/>
          </p:cNvPicPr>
          <p:nvPr/>
        </p:nvPicPr>
        <p:blipFill>
          <a:blip r:embed="rId7"/>
          <a:srcRect l="0" r="0" t="0" b="0"/>
          <a:stretch/>
        </p:blipFill>
        <p:spPr>
          <a:xfrm>
            <a:off x="9525000" y="2103120"/>
            <a:ext cx="2133600" cy="1188720"/>
          </a:xfrm>
          <a:prstGeom prst="rect">
            <a:avLst/>
          </a:prstGeom>
        </p:spPr>
      </p:pic>
      <p:sp>
        <p:nvSpPr>
          <p:cNvPr id="25" name="Text 16"/>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steel-like sections</a:t>
            </a:r>
            <a:endParaRPr lang="en-US" sz="850" dirty="0"/>
          </a:p>
        </p:txBody>
      </p:sp>
      <p:sp>
        <p:nvSpPr>
          <p:cNvPr id="26" name="Text 17"/>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7" name="Text 18"/>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8" name="Text 19"/>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9" name="Shape 20"/>
          <p:cNvSpPr/>
          <p:nvPr/>
        </p:nvSpPr>
        <p:spPr>
          <a:xfrm>
            <a:off x="4983480" y="4009644"/>
            <a:ext cx="6675120" cy="10973"/>
          </a:xfrm>
          <a:prstGeom prst="rect">
            <a:avLst/>
          </a:prstGeom>
          <a:solidFill>
            <a:srgbClr val="3A2B1A"/>
          </a:solidFill>
          <a:ln/>
        </p:spPr>
      </p:sp>
      <p:sp>
        <p:nvSpPr>
          <p:cNvPr id="30" name="Text 21"/>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31" name="Text 22"/>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32" name="Text 23"/>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33" name="Shape 24"/>
          <p:cNvSpPr/>
          <p:nvPr/>
        </p:nvSpPr>
        <p:spPr>
          <a:xfrm>
            <a:off x="4983480" y="4361688"/>
            <a:ext cx="6675120" cy="10973"/>
          </a:xfrm>
          <a:prstGeom prst="rect">
            <a:avLst/>
          </a:prstGeom>
          <a:solidFill>
            <a:srgbClr val="3A2B1A"/>
          </a:solidFill>
          <a:ln/>
        </p:spPr>
      </p:sp>
      <p:sp>
        <p:nvSpPr>
          <p:cNvPr id="34" name="Text 25"/>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5" name="Text 26"/>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6" name="Text 27"/>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7" name="Shape 28"/>
          <p:cNvSpPr/>
          <p:nvPr/>
        </p:nvSpPr>
        <p:spPr>
          <a:xfrm>
            <a:off x="4983480" y="4713732"/>
            <a:ext cx="6675120" cy="10973"/>
          </a:xfrm>
          <a:prstGeom prst="rect">
            <a:avLst/>
          </a:prstGeom>
          <a:solidFill>
            <a:srgbClr val="3A2B1A"/>
          </a:solidFill>
          <a:ln/>
        </p:spPr>
      </p:sp>
      <p:sp>
        <p:nvSpPr>
          <p:cNvPr id="38" name="Text 29"/>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9" name="Text 30"/>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40" name="Text 31"/>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41" name="Shape 32"/>
          <p:cNvSpPr/>
          <p:nvPr/>
        </p:nvSpPr>
        <p:spPr>
          <a:xfrm>
            <a:off x="4983480" y="5065776"/>
            <a:ext cx="6675120" cy="10973"/>
          </a:xfrm>
          <a:prstGeom prst="rect">
            <a:avLst/>
          </a:prstGeom>
          <a:solidFill>
            <a:srgbClr val="3A2B1A"/>
          </a:solidFill>
          <a:ln/>
        </p:spPr>
      </p:sp>
      <p:sp>
        <p:nvSpPr>
          <p:cNvPr id="42" name="Text 33"/>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43" name="Text 34"/>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4" name="Text 35"/>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5" name="Shape 36"/>
          <p:cNvSpPr/>
          <p:nvPr/>
        </p:nvSpPr>
        <p:spPr>
          <a:xfrm>
            <a:off x="4983480" y="5417820"/>
            <a:ext cx="6675120" cy="10973"/>
          </a:xfrm>
          <a:prstGeom prst="rect">
            <a:avLst/>
          </a:prstGeom>
          <a:solidFill>
            <a:srgbClr val="3A2B1A"/>
          </a:solidFill>
          <a:ln/>
        </p:spPr>
      </p:sp>
      <p:sp>
        <p:nvSpPr>
          <p:cNvPr id="46" name="Text 37"/>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7" name="Text 38"/>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8" name="Text 39"/>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9" name="Shape 40"/>
          <p:cNvSpPr/>
          <p:nvPr/>
        </p:nvSpPr>
        <p:spPr>
          <a:xfrm>
            <a:off x="4983480" y="5769864"/>
            <a:ext cx="6675120" cy="10973"/>
          </a:xfrm>
          <a:prstGeom prst="rect">
            <a:avLst/>
          </a:prstGeom>
          <a:solidFill>
            <a:srgbClr val="3A2B1A"/>
          </a:solidFill>
          <a:ln/>
        </p:spPr>
      </p:sp>
      <p:sp>
        <p:nvSpPr>
          <p:cNvPr id="50" name="Text 41"/>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51" name="Text 42"/>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52" name="Text 43"/>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53" name="Text 44"/>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racks, platforms, barriers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2026-09-04T21:44:37Z</dcterms:created>
  <dcterms:modified xsi:type="dcterms:W3CDTF">2026-09-04T21:44:37Z</dcterms:modified>
</cp:coreProperties>
</file>