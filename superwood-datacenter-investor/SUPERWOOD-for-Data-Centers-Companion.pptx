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 two Northern Virginia datacenters with CLT floor panels on a steel frame, about 35% less embodied carbon than conventional steel construction and 65% less than precast; Gensler; Thornton Tomasetti project page. Meta: Meta Sustainability, 31 Jul 2025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2026-09-06T07:56:31Z</dcterms:created>
  <dcterms:modified xsi:type="dcterms:W3CDTF">2026-09-06T07:56:31Z</dcterms:modified>
</cp:coreProperties>
</file>