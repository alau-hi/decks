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value,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value 3:1 to 4:1 (0.25–0.33 kg SUPERWOOD per kg steel): company assumption.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2026-09-05T16:40:05Z</dcterms:created>
  <dcterms:modified xsi:type="dcterms:W3CDTF">2026-09-05T16:40:05Z</dcterms:modified>
</cp:coreProperties>
</file>