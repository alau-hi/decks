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Shape 4"/>
          <p:cNvSpPr/>
          <p:nvPr/>
        </p:nvSpPr>
        <p:spPr>
          <a:xfrm>
            <a:off x="502920" y="1783080"/>
            <a:ext cx="5440680" cy="2788920"/>
          </a:xfrm>
          <a:prstGeom prst="roundRect">
            <a:avLst>
              <a:gd name="adj" fmla="val 2951"/>
            </a:avLst>
          </a:prstGeom>
          <a:solidFill>
            <a:srgbClr val="261A0F"/>
          </a:solidFill>
          <a:ln/>
        </p:spPr>
      </p:sp>
      <p:pic>
        <p:nvPicPr>
          <p:cNvPr id="7" name="Image 0" descr="prep/tiles/tile_fence_security.jpg">    </p:cNvPr>
          <p:cNvPicPr>
            <a:picLocks noChangeAspect="1"/>
          </p:cNvPicPr>
          <p:nvPr/>
        </p:nvPicPr>
        <p:blipFill>
          <a:blip r:embed="rId1"/>
          <a:srcRect l="0" r="0" t="0" b="0"/>
          <a:stretch/>
        </p:blipFill>
        <p:spPr>
          <a:xfrm>
            <a:off x="502920" y="1783080"/>
            <a:ext cx="5440680" cy="1417320"/>
          </a:xfrm>
          <a:prstGeom prst="rect">
            <a:avLst/>
          </a:prstGeom>
        </p:spPr>
      </p:pic>
      <p:sp>
        <p:nvSpPr>
          <p:cNvPr id="8" name="Text 5"/>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9" name="Text 6"/>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0" name="Text 7"/>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1" name="Shape 8"/>
          <p:cNvSpPr/>
          <p:nvPr/>
        </p:nvSpPr>
        <p:spPr>
          <a:xfrm>
            <a:off x="777240" y="4142232"/>
            <a:ext cx="4892040" cy="10973"/>
          </a:xfrm>
          <a:prstGeom prst="rect">
            <a:avLst/>
          </a:prstGeom>
          <a:solidFill>
            <a:srgbClr val="3A2B1A"/>
          </a:solidFill>
          <a:ln/>
        </p:spPr>
      </p:sp>
      <p:sp>
        <p:nvSpPr>
          <p:cNvPr id="12" name="Text 9"/>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3" name="Shape 10"/>
          <p:cNvSpPr/>
          <p:nvPr/>
        </p:nvSpPr>
        <p:spPr>
          <a:xfrm>
            <a:off x="6217920" y="1783080"/>
            <a:ext cx="5440680" cy="2788920"/>
          </a:xfrm>
          <a:prstGeom prst="roundRect">
            <a:avLst>
              <a:gd name="adj" fmla="val 2951"/>
            </a:avLst>
          </a:prstGeom>
          <a:solidFill>
            <a:srgbClr val="261A0F"/>
          </a:solidFill>
          <a:ln/>
        </p:spPr>
      </p:sp>
      <p:pic>
        <p:nvPicPr>
          <p:cNvPr id="14"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5" name="Text 11"/>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6" name="Text 12"/>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7" name="Text 13"/>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8" name="Shape 14"/>
          <p:cNvSpPr/>
          <p:nvPr/>
        </p:nvSpPr>
        <p:spPr>
          <a:xfrm>
            <a:off x="6492240" y="4142232"/>
            <a:ext cx="4892040" cy="10973"/>
          </a:xfrm>
          <a:prstGeom prst="rect">
            <a:avLst/>
          </a:prstGeom>
          <a:solidFill>
            <a:srgbClr val="3A2B1A"/>
          </a:solidFill>
          <a:ln/>
        </p:spPr>
      </p:sp>
      <p:sp>
        <p:nvSpPr>
          <p:cNvPr id="19" name="Text 15"/>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0" name="Text 16"/>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1" name="Shape 17"/>
          <p:cNvSpPr/>
          <p:nvPr/>
        </p:nvSpPr>
        <p:spPr>
          <a:xfrm>
            <a:off x="502920" y="4846320"/>
            <a:ext cx="27432" cy="640080"/>
          </a:xfrm>
          <a:prstGeom prst="rect">
            <a:avLst/>
          </a:prstGeom>
          <a:solidFill>
            <a:srgbClr val="CDA165"/>
          </a:solidFill>
          <a:ln/>
        </p:spPr>
      </p:sp>
      <p:sp>
        <p:nvSpPr>
          <p:cNvPr id="22" name="Text 18"/>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3" name="Text 19"/>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4" name="Shape 20"/>
          <p:cNvSpPr/>
          <p:nvPr/>
        </p:nvSpPr>
        <p:spPr>
          <a:xfrm>
            <a:off x="6217920" y="4846320"/>
            <a:ext cx="27432" cy="640080"/>
          </a:xfrm>
          <a:prstGeom prst="rect">
            <a:avLst/>
          </a:prstGeom>
          <a:solidFill>
            <a:srgbClr val="CDA165"/>
          </a:solidFill>
          <a:ln/>
        </p:spPr>
      </p:sp>
      <p:sp>
        <p:nvSpPr>
          <p:cNvPr id="25" name="Text 21"/>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6" name="Text 22"/>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7" name="Text 23"/>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8" name="Text 24"/>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sp>
        <p:nvSpPr>
          <p:cNvPr id="10"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2026-09-06T01:02:58Z</dcterms:created>
  <dcterms:modified xsi:type="dcterms:W3CDTF">2026-09-06T01:02:58Z</dcterms:modified>
</cp:coreProperties>
</file>