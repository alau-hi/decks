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70%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in electrical, mechanical and IT equipment adds roughly 200,000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and concrete content only (material split per component: estimates, analyses/material_split.json); plastics, copper, aluminum, electronics and water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2026-09-05T23:33:20Z</dcterms:created>
  <dcterms:modified xsi:type="dcterms:W3CDTF">2026-09-05T23:33:20Z</dcterms:modified>
</cp:coreProperties>
</file>