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965960"/>
          </a:xfrm>
          <a:prstGeom prst="roundRect">
            <a:avLst>
              <a:gd name="adj" fmla="val 4186"/>
            </a:avLst>
          </a:prstGeom>
          <a:solidFill>
            <a:srgbClr val="2E2113"/>
          </a:solidFill>
          <a:ln/>
        </p:spPr>
      </p:sp>
      <p:pic>
        <p:nvPicPr>
          <p:cNvPr id="8" name="Image 0" descr="prep/ms_clt_datacenter.jpg">    </p:cNvPr>
          <p:cNvPicPr>
            <a:picLocks noChangeAspect="1"/>
          </p:cNvPicPr>
          <p:nvPr/>
        </p:nvPicPr>
        <p:blipFill>
          <a:blip r:embed="rId1"/>
          <a:srcRect l="0" r="0" t="0" b="0"/>
          <a:stretch/>
        </p:blipFill>
        <p:spPr>
          <a:xfrm>
            <a:off x="640080" y="2212848"/>
            <a:ext cx="3931920" cy="841248"/>
          </a:xfrm>
          <a:prstGeom prst="rect">
            <a:avLst/>
          </a:prstGeom>
        </p:spPr>
      </p:pic>
      <p:sp>
        <p:nvSpPr>
          <p:cNvPr id="9" name="Text 6"/>
          <p:cNvSpPr/>
          <p:nvPr/>
        </p:nvSpPr>
        <p:spPr>
          <a:xfrm>
            <a:off x="3246120" y="28346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10" name="Image 1" descr="prep/logo_microsoft.png">    </p:cNvPr>
          <p:cNvPicPr>
            <a:picLocks noChangeAspect="1"/>
          </p:cNvPicPr>
          <p:nvPr/>
        </p:nvPicPr>
        <p:blipFill>
          <a:blip r:embed="rId2"/>
          <a:stretch>
            <a:fillRect/>
          </a:stretch>
        </p:blipFill>
        <p:spPr>
          <a:xfrm>
            <a:off x="731520" y="3127248"/>
            <a:ext cx="986130" cy="210312"/>
          </a:xfrm>
          <a:prstGeom prst="rect">
            <a:avLst/>
          </a:prstGeom>
        </p:spPr>
      </p:pic>
      <p:sp>
        <p:nvSpPr>
          <p:cNvPr id="11" name="Text 7"/>
          <p:cNvSpPr/>
          <p:nvPr/>
        </p:nvSpPr>
        <p:spPr>
          <a:xfrm>
            <a:off x="731520" y="33832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2" name="Text 8"/>
          <p:cNvSpPr/>
          <p:nvPr/>
        </p:nvSpPr>
        <p:spPr>
          <a:xfrm>
            <a:off x="731520" y="38862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3" name="Shape 9"/>
          <p:cNvSpPr/>
          <p:nvPr/>
        </p:nvSpPr>
        <p:spPr>
          <a:xfrm>
            <a:off x="502920" y="4160520"/>
            <a:ext cx="4206240" cy="1965960"/>
          </a:xfrm>
          <a:prstGeom prst="roundRect">
            <a:avLst>
              <a:gd name="adj" fmla="val 4186"/>
            </a:avLst>
          </a:prstGeom>
          <a:solidFill>
            <a:srgbClr val="2E2113"/>
          </a:solidFill>
          <a:ln/>
        </p:spPr>
      </p:sp>
      <p:pic>
        <p:nvPicPr>
          <p:cNvPr id="14" name="Image 2" descr="prep/meta_aiken_masstimber.jpg">    </p:cNvPr>
          <p:cNvPicPr>
            <a:picLocks noChangeAspect="1"/>
          </p:cNvPicPr>
          <p:nvPr/>
        </p:nvPicPr>
        <p:blipFill>
          <a:blip r:embed="rId3"/>
          <a:srcRect l="0" r="0" t="0" b="0"/>
          <a:stretch/>
        </p:blipFill>
        <p:spPr>
          <a:xfrm>
            <a:off x="640080" y="4270248"/>
            <a:ext cx="3931920" cy="841248"/>
          </a:xfrm>
          <a:prstGeom prst="rect">
            <a:avLst/>
          </a:prstGeom>
        </p:spPr>
      </p:pic>
      <p:sp>
        <p:nvSpPr>
          <p:cNvPr id="15" name="Text 10"/>
          <p:cNvSpPr/>
          <p:nvPr/>
        </p:nvSpPr>
        <p:spPr>
          <a:xfrm>
            <a:off x="3246120" y="48920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6" name="Image 3" descr="prep/logo_meta.png">    </p:cNvPr>
          <p:cNvPicPr>
            <a:picLocks noChangeAspect="1"/>
          </p:cNvPicPr>
          <p:nvPr/>
        </p:nvPicPr>
        <p:blipFill>
          <a:blip r:embed="rId4"/>
          <a:stretch>
            <a:fillRect/>
          </a:stretch>
        </p:blipFill>
        <p:spPr>
          <a:xfrm>
            <a:off x="731520" y="5184648"/>
            <a:ext cx="1043852" cy="210312"/>
          </a:xfrm>
          <a:prstGeom prst="rect">
            <a:avLst/>
          </a:prstGeom>
        </p:spPr>
      </p:pic>
      <p:sp>
        <p:nvSpPr>
          <p:cNvPr id="17" name="Text 11"/>
          <p:cNvSpPr/>
          <p:nvPr/>
        </p:nvSpPr>
        <p:spPr>
          <a:xfrm>
            <a:off x="731520" y="54406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8" name="Text 12"/>
          <p:cNvSpPr/>
          <p:nvPr/>
        </p:nvSpPr>
        <p:spPr>
          <a:xfrm>
            <a:off x="731520" y="59436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9" name="Text 13"/>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20" name="Image 4" descr="prep/beam_glulam.jpg">    </p:cNvPr>
          <p:cNvPicPr>
            <a:picLocks noChangeAspect="1"/>
          </p:cNvPicPr>
          <p:nvPr/>
        </p:nvPicPr>
        <p:blipFill>
          <a:blip r:embed="rId5"/>
          <a:srcRect l="0" r="0" t="0" b="0"/>
          <a:stretch/>
        </p:blipFill>
        <p:spPr>
          <a:xfrm>
            <a:off x="4983480" y="2103120"/>
            <a:ext cx="2133600" cy="1417320"/>
          </a:xfrm>
          <a:prstGeom prst="rect">
            <a:avLst/>
          </a:prstGeom>
        </p:spPr>
      </p:pic>
      <p:pic>
        <p:nvPicPr>
          <p:cNvPr id="21" name="Image 5" descr="prep/beam_hybrid.jpg">    </p:cNvPr>
          <p:cNvPicPr>
            <a:picLocks noChangeAspect="1"/>
          </p:cNvPicPr>
          <p:nvPr/>
        </p:nvPicPr>
        <p:blipFill>
          <a:blip r:embed="rId6"/>
          <a:srcRect l="0" r="0" t="0" b="0"/>
          <a:stretch/>
        </p:blipFill>
        <p:spPr>
          <a:xfrm>
            <a:off x="7254240" y="2103120"/>
            <a:ext cx="2133600" cy="1417320"/>
          </a:xfrm>
          <a:prstGeom prst="rect">
            <a:avLst/>
          </a:prstGeom>
        </p:spPr>
      </p:pic>
      <p:pic>
        <p:nvPicPr>
          <p:cNvPr id="22" name="Image 6" descr="prep/beam_thin.jpg">    </p:cNvPr>
          <p:cNvPicPr>
            <a:picLocks noChangeAspect="1"/>
          </p:cNvPicPr>
          <p:nvPr/>
        </p:nvPicPr>
        <p:blipFill>
          <a:blip r:embed="rId7"/>
          <a:srcRect l="0" r="0" t="0" b="0"/>
          <a:stretch/>
        </p:blipFill>
        <p:spPr>
          <a:xfrm>
            <a:off x="9525000" y="2103120"/>
            <a:ext cx="2133600" cy="1417320"/>
          </a:xfrm>
          <a:prstGeom prst="rect">
            <a:avLst/>
          </a:prstGeom>
        </p:spPr>
      </p:pic>
      <p:sp>
        <p:nvSpPr>
          <p:cNvPr id="23" name="Text 14"/>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4" name="Text 15"/>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5" name="Text 16"/>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6" name="Shape 17"/>
          <p:cNvSpPr/>
          <p:nvPr/>
        </p:nvSpPr>
        <p:spPr>
          <a:xfrm>
            <a:off x="4983480" y="4009644"/>
            <a:ext cx="6675120" cy="10973"/>
          </a:xfrm>
          <a:prstGeom prst="rect">
            <a:avLst/>
          </a:prstGeom>
          <a:solidFill>
            <a:srgbClr val="3A2B1A"/>
          </a:solidFill>
          <a:ln/>
        </p:spPr>
      </p:sp>
      <p:sp>
        <p:nvSpPr>
          <p:cNvPr id="27" name="Text 18"/>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8" name="Text 19"/>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9" name="Text 20"/>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30" name="Shape 21"/>
          <p:cNvSpPr/>
          <p:nvPr/>
        </p:nvSpPr>
        <p:spPr>
          <a:xfrm>
            <a:off x="4983480" y="4361688"/>
            <a:ext cx="6675120" cy="10973"/>
          </a:xfrm>
          <a:prstGeom prst="rect">
            <a:avLst/>
          </a:prstGeom>
          <a:solidFill>
            <a:srgbClr val="3A2B1A"/>
          </a:solidFill>
          <a:ln/>
        </p:spPr>
      </p:sp>
      <p:sp>
        <p:nvSpPr>
          <p:cNvPr id="31" name="Text 22"/>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2" name="Text 23"/>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3" name="Text 24"/>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4" name="Shape 25"/>
          <p:cNvSpPr/>
          <p:nvPr/>
        </p:nvSpPr>
        <p:spPr>
          <a:xfrm>
            <a:off x="4983480" y="4713732"/>
            <a:ext cx="6675120" cy="10973"/>
          </a:xfrm>
          <a:prstGeom prst="rect">
            <a:avLst/>
          </a:prstGeom>
          <a:solidFill>
            <a:srgbClr val="3A2B1A"/>
          </a:solidFill>
          <a:ln/>
        </p:spPr>
      </p:sp>
      <p:sp>
        <p:nvSpPr>
          <p:cNvPr id="35" name="Text 26"/>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6" name="Text 27"/>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7" name="Text 28"/>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8" name="Shape 29"/>
          <p:cNvSpPr/>
          <p:nvPr/>
        </p:nvSpPr>
        <p:spPr>
          <a:xfrm>
            <a:off x="4983480" y="5065776"/>
            <a:ext cx="6675120" cy="10973"/>
          </a:xfrm>
          <a:prstGeom prst="rect">
            <a:avLst/>
          </a:prstGeom>
          <a:solidFill>
            <a:srgbClr val="3A2B1A"/>
          </a:solidFill>
          <a:ln/>
        </p:spPr>
      </p:sp>
      <p:sp>
        <p:nvSpPr>
          <p:cNvPr id="39" name="Text 30"/>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40" name="Text 31"/>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1" name="Text 32"/>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2" name="Shape 33"/>
          <p:cNvSpPr/>
          <p:nvPr/>
        </p:nvSpPr>
        <p:spPr>
          <a:xfrm>
            <a:off x="4983480" y="5417820"/>
            <a:ext cx="6675120" cy="10973"/>
          </a:xfrm>
          <a:prstGeom prst="rect">
            <a:avLst/>
          </a:prstGeom>
          <a:solidFill>
            <a:srgbClr val="3A2B1A"/>
          </a:solidFill>
          <a:ln/>
        </p:spPr>
      </p:sp>
      <p:sp>
        <p:nvSpPr>
          <p:cNvPr id="43" name="Text 34"/>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4" name="Text 35"/>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5" name="Text 36"/>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6" name="Shape 37"/>
          <p:cNvSpPr/>
          <p:nvPr/>
        </p:nvSpPr>
        <p:spPr>
          <a:xfrm>
            <a:off x="4983480" y="5769864"/>
            <a:ext cx="6675120" cy="10973"/>
          </a:xfrm>
          <a:prstGeom prst="rect">
            <a:avLst/>
          </a:prstGeom>
          <a:solidFill>
            <a:srgbClr val="3A2B1A"/>
          </a:solidFill>
          <a:ln/>
        </p:spPr>
      </p:sp>
      <p:sp>
        <p:nvSpPr>
          <p:cNvPr id="47" name="Text 38"/>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8" name="Text 39"/>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9" name="Text 40"/>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50" name="Text 41"/>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2026-09-04T22:09:53Z</dcterms:created>
  <dcterms:modified xsi:type="dcterms:W3CDTF">2026-09-04T22:09:53Z</dcterms:modified>
</cp:coreProperties>
</file>