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56,000–346,000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59384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1.8–11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is concrete and rebar only.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heavy equipment supports and enclosures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2026-09-05T15:50:25Z</dcterms:created>
  <dcterms:modified xsi:type="dcterms:W3CDTF">2026-09-05T15:50:25Z</dcterms:modified>
</cp:coreProperties>
</file>