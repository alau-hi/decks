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385893"/>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385893"/>
          </a:xfrm>
          <a:prstGeom prst="rect">
            <a:avLst/>
          </a:prstGeom>
        </p:spPr>
      </p:pic>
      <p:sp>
        <p:nvSpPr>
          <p:cNvPr id="10" name="Text 6"/>
          <p:cNvSpPr/>
          <p:nvPr/>
        </p:nvSpPr>
        <p:spPr>
          <a:xfrm>
            <a:off x="50292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2026-09-06T01:15:43Z</dcterms:created>
  <dcterms:modified xsi:type="dcterms:W3CDTF">2026-09-06T01:15:43Z</dcterms:modified>
</cp:coreProperties>
</file>