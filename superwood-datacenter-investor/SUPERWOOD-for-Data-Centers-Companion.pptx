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We help with two of the complaints, </a:t>
            </a:r>
            <a:pPr indent="0" marL="0">
              <a:buNone/>
            </a:pPr>
            <a:r>
              <a:rPr lang="en-US" sz="2300" i="1" dirty="0">
                <a:solidFill>
                  <a:srgbClr val="E2B877"/>
                </a:solidFill>
                <a:latin typeface="Georgia" pitchFamily="34" charset="0"/>
                <a:ea typeface="Georgia" pitchFamily="34" charset="-122"/>
                <a:cs typeface="Georgia" pitchFamily="34" charset="-120"/>
              </a:rPr>
              <a:t>and can go much further</a:t>
            </a:r>
            <a:pPr indent="0" marL="0">
              <a:buNone/>
            </a:pPr>
            <a:r>
              <a:rPr lang="en-US" sz="2300" dirty="0">
                <a:solidFill>
                  <a:srgbClr val="F4ECDF"/>
                </a:solidFill>
                <a:latin typeface="Georgia" pitchFamily="34" charset="0"/>
                <a:ea typeface="Georgia" pitchFamily="34" charset="-122"/>
                <a:cs typeface="Georgia" pitchFamily="34" charset="-120"/>
              </a:rPr>
              <a:t>.</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WHERE WE HELP TODAY</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potentially sound-damping ductwork and fan enclosures at the source.</a:t>
            </a:r>
            <a:endParaRPr lang="en-US" sz="1100" dirty="0"/>
          </a:p>
        </p:txBody>
      </p:sp>
      <p:sp>
        <p:nvSpPr>
          <p:cNvPr id="15" name="Shape 13"/>
          <p:cNvSpPr/>
          <p:nvPr/>
        </p:nvSpPr>
        <p:spPr>
          <a:xfrm>
            <a:off x="502920" y="4983480"/>
            <a:ext cx="6583680" cy="914400"/>
          </a:xfrm>
          <a:prstGeom prst="roundRect">
            <a:avLst>
              <a:gd name="adj" fmla="val 9000"/>
            </a:avLst>
          </a:prstGeom>
          <a:solidFill>
            <a:srgbClr val="261A0F"/>
          </a:solidFill>
          <a:ln/>
        </p:spPr>
      </p:sp>
      <p:sp>
        <p:nvSpPr>
          <p:cNvPr id="16" name="Text 14"/>
          <p:cNvSpPr/>
          <p:nvPr/>
        </p:nvSpPr>
        <p:spPr>
          <a:xfrm>
            <a:off x="731520" y="5047488"/>
            <a:ext cx="6217920" cy="2743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Where we can go much further</a:t>
            </a:r>
            <a:endParaRPr lang="en-US" sz="1250" dirty="0"/>
          </a:p>
        </p:txBody>
      </p:sp>
      <p:sp>
        <p:nvSpPr>
          <p:cNvPr id="17" name="Text 15"/>
          <p:cNvSpPr/>
          <p:nvPr/>
        </p:nvSpPr>
        <p:spPr>
          <a:xfrm>
            <a:off x="731520" y="5340096"/>
            <a:ext cx="6217920" cy="54864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Into the structure of the buildings and what is inside them: trusses, floors, enclosures, racks. Wood is already emerging in data center structures. Power, water and rates are outside our scope.</a:t>
            </a:r>
            <a:endParaRPr lang="en-US" sz="1050" dirty="0"/>
          </a:p>
        </p:txBody>
      </p:sp>
      <p:sp>
        <p:nvSpPr>
          <p:cNvPr id="18" name="Text 16"/>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9" name="Shape 17"/>
          <p:cNvSpPr/>
          <p:nvPr/>
        </p:nvSpPr>
        <p:spPr>
          <a:xfrm>
            <a:off x="7315200" y="2331720"/>
            <a:ext cx="4343400" cy="1554480"/>
          </a:xfrm>
          <a:prstGeom prst="roundRect">
            <a:avLst>
              <a:gd name="adj" fmla="val 5294"/>
            </a:avLst>
          </a:prstGeom>
          <a:solidFill>
            <a:srgbClr val="2E2113"/>
          </a:solidFill>
          <a:ln/>
        </p:spPr>
      </p:sp>
      <p:sp>
        <p:nvSpPr>
          <p:cNvPr id="20" name="Text 18"/>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1" name="Text 19"/>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2" name="Shape 20"/>
          <p:cNvSpPr/>
          <p:nvPr/>
        </p:nvSpPr>
        <p:spPr>
          <a:xfrm>
            <a:off x="7315200" y="4023360"/>
            <a:ext cx="4343400" cy="1554480"/>
          </a:xfrm>
          <a:prstGeom prst="roundRect">
            <a:avLst>
              <a:gd name="adj" fmla="val 5294"/>
            </a:avLst>
          </a:prstGeom>
          <a:solidFill>
            <a:srgbClr val="2E2113"/>
          </a:solidFill>
          <a:ln/>
        </p:spPr>
      </p:sp>
      <p:sp>
        <p:nvSpPr>
          <p:cNvPr id="23" name="Text 21"/>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4" name="Text 22"/>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5" name="Text 23"/>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2026-09-05T15:52:44Z</dcterms:created>
  <dcterms:modified xsi:type="dcterms:W3CDTF">2026-09-05T15:52:44Z</dcterms:modified>
</cp:coreProperties>
</file>